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3" r:id="rId4"/>
    <p:sldId id="265" r:id="rId5"/>
    <p:sldId id="2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Maninder" userId="80dc996c-3d3c-4435-8f0a-271b248ab21d" providerId="ADAL" clId="{4F2EAE63-16B3-4C64-A5DD-2B44C3A09CB9}"/>
    <pc:docChg chg="custSel delSld modSld">
      <pc:chgData name="Singh, Maninder" userId="80dc996c-3d3c-4435-8f0a-271b248ab21d" providerId="ADAL" clId="{4F2EAE63-16B3-4C64-A5DD-2B44C3A09CB9}" dt="2025-08-25T00:15:36.385" v="941" actId="20577"/>
      <pc:docMkLst>
        <pc:docMk/>
      </pc:docMkLst>
      <pc:sldChg chg="modSp mod">
        <pc:chgData name="Singh, Maninder" userId="80dc996c-3d3c-4435-8f0a-271b248ab21d" providerId="ADAL" clId="{4F2EAE63-16B3-4C64-A5DD-2B44C3A09CB9}" dt="2025-08-25T00:10:29.167" v="420" actId="207"/>
        <pc:sldMkLst>
          <pc:docMk/>
          <pc:sldMk cId="2325545439" sldId="256"/>
        </pc:sldMkLst>
        <pc:spChg chg="mod">
          <ac:chgData name="Singh, Maninder" userId="80dc996c-3d3c-4435-8f0a-271b248ab21d" providerId="ADAL" clId="{4F2EAE63-16B3-4C64-A5DD-2B44C3A09CB9}" dt="2025-08-25T00:09:58.395" v="417" actId="14100"/>
          <ac:spMkLst>
            <pc:docMk/>
            <pc:sldMk cId="2325545439" sldId="256"/>
            <ac:spMk id="2" creationId="{00000000-0000-0000-0000-000000000000}"/>
          </ac:spMkLst>
        </pc:spChg>
        <pc:spChg chg="mod">
          <ac:chgData name="Singh, Maninder" userId="80dc996c-3d3c-4435-8f0a-271b248ab21d" providerId="ADAL" clId="{4F2EAE63-16B3-4C64-A5DD-2B44C3A09CB9}" dt="2025-08-25T00:10:29.167" v="420" actId="207"/>
          <ac:spMkLst>
            <pc:docMk/>
            <pc:sldMk cId="2325545439" sldId="256"/>
            <ac:spMk id="3" creationId="{00000000-0000-0000-0000-000000000000}"/>
          </ac:spMkLst>
        </pc:spChg>
      </pc:sldChg>
      <pc:sldChg chg="del">
        <pc:chgData name="Singh, Maninder" userId="80dc996c-3d3c-4435-8f0a-271b248ab21d" providerId="ADAL" clId="{4F2EAE63-16B3-4C64-A5DD-2B44C3A09CB9}" dt="2025-08-25T00:11:16.480" v="421" actId="47"/>
        <pc:sldMkLst>
          <pc:docMk/>
          <pc:sldMk cId="3886498463" sldId="257"/>
        </pc:sldMkLst>
      </pc:sldChg>
      <pc:sldChg chg="del">
        <pc:chgData name="Singh, Maninder" userId="80dc996c-3d3c-4435-8f0a-271b248ab21d" providerId="ADAL" clId="{4F2EAE63-16B3-4C64-A5DD-2B44C3A09CB9}" dt="2025-08-25T00:11:17.684" v="422" actId="47"/>
        <pc:sldMkLst>
          <pc:docMk/>
          <pc:sldMk cId="1620378623" sldId="258"/>
        </pc:sldMkLst>
      </pc:sldChg>
      <pc:sldChg chg="del">
        <pc:chgData name="Singh, Maninder" userId="80dc996c-3d3c-4435-8f0a-271b248ab21d" providerId="ADAL" clId="{4F2EAE63-16B3-4C64-A5DD-2B44C3A09CB9}" dt="2025-08-25T00:11:54.780" v="500" actId="47"/>
        <pc:sldMkLst>
          <pc:docMk/>
          <pc:sldMk cId="1205394193" sldId="259"/>
        </pc:sldMkLst>
      </pc:sldChg>
      <pc:sldChg chg="del">
        <pc:chgData name="Singh, Maninder" userId="80dc996c-3d3c-4435-8f0a-271b248ab21d" providerId="ADAL" clId="{4F2EAE63-16B3-4C64-A5DD-2B44C3A09CB9}" dt="2025-08-25T00:11:55.836" v="501" actId="47"/>
        <pc:sldMkLst>
          <pc:docMk/>
          <pc:sldMk cId="1608749505" sldId="260"/>
        </pc:sldMkLst>
      </pc:sldChg>
      <pc:sldChg chg="modSp mod">
        <pc:chgData name="Singh, Maninder" userId="80dc996c-3d3c-4435-8f0a-271b248ab21d" providerId="ADAL" clId="{4F2EAE63-16B3-4C64-A5DD-2B44C3A09CB9}" dt="2025-08-25T00:14:13.071" v="757" actId="20577"/>
        <pc:sldMkLst>
          <pc:docMk/>
          <pc:sldMk cId="3145422461" sldId="263"/>
        </pc:sldMkLst>
        <pc:spChg chg="mod">
          <ac:chgData name="Singh, Maninder" userId="80dc996c-3d3c-4435-8f0a-271b248ab21d" providerId="ADAL" clId="{4F2EAE63-16B3-4C64-A5DD-2B44C3A09CB9}" dt="2025-08-25T00:14:13.071" v="757" actId="20577"/>
          <ac:spMkLst>
            <pc:docMk/>
            <pc:sldMk cId="3145422461" sldId="263"/>
            <ac:spMk id="3" creationId="{00000000-0000-0000-0000-000000000000}"/>
          </ac:spMkLst>
        </pc:spChg>
      </pc:sldChg>
      <pc:sldChg chg="del">
        <pc:chgData name="Singh, Maninder" userId="80dc996c-3d3c-4435-8f0a-271b248ab21d" providerId="ADAL" clId="{4F2EAE63-16B3-4C64-A5DD-2B44C3A09CB9}" dt="2025-08-25T00:12:30.323" v="502" actId="47"/>
        <pc:sldMkLst>
          <pc:docMk/>
          <pc:sldMk cId="3333410704" sldId="264"/>
        </pc:sldMkLst>
      </pc:sldChg>
      <pc:sldChg chg="modSp mod">
        <pc:chgData name="Singh, Maninder" userId="80dc996c-3d3c-4435-8f0a-271b248ab21d" providerId="ADAL" clId="{4F2EAE63-16B3-4C64-A5DD-2B44C3A09CB9}" dt="2025-08-25T00:15:36.385" v="941" actId="20577"/>
        <pc:sldMkLst>
          <pc:docMk/>
          <pc:sldMk cId="3721415497" sldId="265"/>
        </pc:sldMkLst>
        <pc:spChg chg="mod">
          <ac:chgData name="Singh, Maninder" userId="80dc996c-3d3c-4435-8f0a-271b248ab21d" providerId="ADAL" clId="{4F2EAE63-16B3-4C64-A5DD-2B44C3A09CB9}" dt="2025-08-25T00:15:36.385" v="941" actId="20577"/>
          <ac:spMkLst>
            <pc:docMk/>
            <pc:sldMk cId="3721415497" sldId="265"/>
            <ac:spMk id="3" creationId="{00000000-0000-0000-0000-000000000000}"/>
          </ac:spMkLst>
        </pc:spChg>
      </pc:sldChg>
      <pc:sldChg chg="modSp mod">
        <pc:chgData name="Singh, Maninder" userId="80dc996c-3d3c-4435-8f0a-271b248ab21d" providerId="ADAL" clId="{4F2EAE63-16B3-4C64-A5DD-2B44C3A09CB9}" dt="2025-08-25T00:13:36.153" v="667" actId="20577"/>
        <pc:sldMkLst>
          <pc:docMk/>
          <pc:sldMk cId="1709810674" sldId="266"/>
        </pc:sldMkLst>
        <pc:spChg chg="mod">
          <ac:chgData name="Singh, Maninder" userId="80dc996c-3d3c-4435-8f0a-271b248ab21d" providerId="ADAL" clId="{4F2EAE63-16B3-4C64-A5DD-2B44C3A09CB9}" dt="2025-08-25T00:11:33.420" v="457" actId="20577"/>
          <ac:spMkLst>
            <pc:docMk/>
            <pc:sldMk cId="1709810674" sldId="266"/>
            <ac:spMk id="2" creationId="{00000000-0000-0000-0000-000000000000}"/>
          </ac:spMkLst>
        </pc:spChg>
        <pc:spChg chg="mod">
          <ac:chgData name="Singh, Maninder" userId="80dc996c-3d3c-4435-8f0a-271b248ab21d" providerId="ADAL" clId="{4F2EAE63-16B3-4C64-A5DD-2B44C3A09CB9}" dt="2025-08-25T00:13:36.153" v="667" actId="20577"/>
          <ac:spMkLst>
            <pc:docMk/>
            <pc:sldMk cId="1709810674" sldId="266"/>
            <ac:spMk id="3" creationId="{00000000-0000-0000-0000-000000000000}"/>
          </ac:spMkLst>
        </pc:spChg>
      </pc:sldChg>
      <pc:sldChg chg="del">
        <pc:chgData name="Singh, Maninder" userId="80dc996c-3d3c-4435-8f0a-271b248ab21d" providerId="ADAL" clId="{4F2EAE63-16B3-4C64-A5DD-2B44C3A09CB9}" dt="2025-08-25T00:11:46.725" v="498" actId="47"/>
        <pc:sldMkLst>
          <pc:docMk/>
          <pc:sldMk cId="1984888076" sldId="268"/>
        </pc:sldMkLst>
      </pc:sldChg>
      <pc:sldChg chg="del">
        <pc:chgData name="Singh, Maninder" userId="80dc996c-3d3c-4435-8f0a-271b248ab21d" providerId="ADAL" clId="{4F2EAE63-16B3-4C64-A5DD-2B44C3A09CB9}" dt="2025-08-25T00:11:54.195" v="499" actId="47"/>
        <pc:sldMkLst>
          <pc:docMk/>
          <pc:sldMk cId="2784223422" sldId="270"/>
        </pc:sldMkLst>
      </pc:sldChg>
    </pc:docChg>
  </pc:docChgLst>
  <pc:docChgLst>
    <pc:chgData name="Maninder Singh" userId="80dc996c-3d3c-4435-8f0a-271b248ab21d" providerId="ADAL" clId="{A2639B0E-DDA9-4AC8-A002-69B7D2D7F9F5}"/>
    <pc:docChg chg="modSld">
      <pc:chgData name="Maninder Singh" userId="80dc996c-3d3c-4435-8f0a-271b248ab21d" providerId="ADAL" clId="{A2639B0E-DDA9-4AC8-A002-69B7D2D7F9F5}" dt="2023-11-29T02:59:01.262" v="3" actId="20577"/>
      <pc:docMkLst>
        <pc:docMk/>
      </pc:docMkLst>
      <pc:sldChg chg="modSp">
        <pc:chgData name="Maninder Singh" userId="80dc996c-3d3c-4435-8f0a-271b248ab21d" providerId="ADAL" clId="{A2639B0E-DDA9-4AC8-A002-69B7D2D7F9F5}" dt="2023-11-29T02:59:01.262" v="3" actId="20577"/>
        <pc:sldMkLst>
          <pc:docMk/>
          <pc:sldMk cId="3721415497" sldId="265"/>
        </pc:sldMkLst>
        <pc:spChg chg="mod">
          <ac:chgData name="Maninder Singh" userId="80dc996c-3d3c-4435-8f0a-271b248ab21d" providerId="ADAL" clId="{A2639B0E-DDA9-4AC8-A002-69B7D2D7F9F5}" dt="2023-11-29T02:59:01.262" v="3" actId="20577"/>
          <ac:spMkLst>
            <pc:docMk/>
            <pc:sldMk cId="3721415497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854C-B627-4BD0-8030-ABADEE00804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2B252-D246-4161-98AE-1B8A12ACA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35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854C-B627-4BD0-8030-ABADEE00804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2B252-D246-4161-98AE-1B8A12ACA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67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854C-B627-4BD0-8030-ABADEE00804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2B252-D246-4161-98AE-1B8A12ACA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88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854C-B627-4BD0-8030-ABADEE00804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2B252-D246-4161-98AE-1B8A12ACA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10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854C-B627-4BD0-8030-ABADEE00804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2B252-D246-4161-98AE-1B8A12ACA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136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854C-B627-4BD0-8030-ABADEE00804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2B252-D246-4161-98AE-1B8A12ACA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8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854C-B627-4BD0-8030-ABADEE00804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2B252-D246-4161-98AE-1B8A12ACA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3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854C-B627-4BD0-8030-ABADEE00804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2B252-D246-4161-98AE-1B8A12ACA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84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854C-B627-4BD0-8030-ABADEE00804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2B252-D246-4161-98AE-1B8A12ACA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0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854C-B627-4BD0-8030-ABADEE00804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2B252-D246-4161-98AE-1B8A12ACA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1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854C-B627-4BD0-8030-ABADEE00804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2B252-D246-4161-98AE-1B8A12ACA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27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C854C-B627-4BD0-8030-ABADEE00804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2B252-D246-4161-98AE-1B8A12ACA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2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32301"/>
          </a:xfrm>
        </p:spPr>
        <p:txBody>
          <a:bodyPr>
            <a:normAutofit fontScale="90000"/>
          </a:bodyPr>
          <a:lstStyle/>
          <a:p>
            <a:r>
              <a:rPr lang="en-US" dirty="0"/>
              <a:t>Stroke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39891"/>
            <a:ext cx="9144000" cy="2495746"/>
          </a:xfrm>
        </p:spPr>
        <p:txBody>
          <a:bodyPr>
            <a:normAutofit/>
          </a:bodyPr>
          <a:lstStyle/>
          <a:p>
            <a:r>
              <a:rPr lang="en-US" dirty="0"/>
              <a:t>Thomas Hoerger</a:t>
            </a:r>
          </a:p>
          <a:p>
            <a:r>
              <a:rPr lang="en-US" dirty="0"/>
              <a:t>SE 412-54</a:t>
            </a:r>
          </a:p>
        </p:txBody>
      </p:sp>
    </p:spTree>
    <p:extLst>
      <p:ext uri="{BB962C8B-B14F-4D97-AF65-F5344CB8AC3E}">
        <p14:creationId xmlns:p14="http://schemas.microsoft.com/office/powerpoint/2010/main" val="2325545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RQ1: Which ML model performs best for predicting stroke risk?</a:t>
            </a:r>
          </a:p>
          <a:p>
            <a:pPr marL="0" indent="0">
              <a:buNone/>
            </a:pPr>
            <a:r>
              <a:rPr lang="en-US" dirty="0"/>
              <a:t>• RQ2: Which features are most important in predicting stroke?</a:t>
            </a:r>
          </a:p>
          <a:p>
            <a:pPr marL="0" indent="0">
              <a:buNone/>
            </a:pPr>
            <a:r>
              <a:rPr lang="en-US" dirty="0"/>
              <a:t>• RQ3: How does class imbalance handling affect performance?</a:t>
            </a:r>
          </a:p>
        </p:txBody>
      </p:sp>
    </p:spTree>
    <p:extLst>
      <p:ext uri="{BB962C8B-B14F-4D97-AF65-F5344CB8AC3E}">
        <p14:creationId xmlns:p14="http://schemas.microsoft.com/office/powerpoint/2010/main" val="1709810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Discussions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Findings</a:t>
            </a:r>
          </a:p>
          <a:p>
            <a:pPr marL="0" indent="0">
              <a:buNone/>
            </a:pPr>
            <a:r>
              <a:rPr lang="en-US" dirty="0"/>
              <a:t>• Gradient Boosting performed the best overall</a:t>
            </a:r>
          </a:p>
          <a:p>
            <a:pPr marL="0" indent="0">
              <a:buNone/>
            </a:pPr>
            <a:r>
              <a:rPr lang="en-US" dirty="0"/>
              <a:t>• Most important features: Age, glucose level, BMI, hypertension</a:t>
            </a:r>
          </a:p>
          <a:p>
            <a:pPr marL="0" indent="0">
              <a:buNone/>
            </a:pPr>
            <a:r>
              <a:rPr lang="en-US" dirty="0"/>
              <a:t>• Severe class imbalance impacted recall for stroke cases</a:t>
            </a:r>
          </a:p>
          <a:p>
            <a:pPr marL="0" indent="0">
              <a:buNone/>
            </a:pPr>
            <a:r>
              <a:rPr lang="en-US" dirty="0"/>
              <a:t>• Preprocessing and feature scaling improved performance</a:t>
            </a:r>
          </a:p>
        </p:txBody>
      </p:sp>
    </p:spTree>
    <p:extLst>
      <p:ext uri="{BB962C8B-B14F-4D97-AF65-F5344CB8AC3E}">
        <p14:creationId xmlns:p14="http://schemas.microsoft.com/office/powerpoint/2010/main" val="3145422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Demo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Load dataset</a:t>
            </a:r>
          </a:p>
          <a:p>
            <a:pPr marL="0" indent="0">
              <a:buNone/>
            </a:pPr>
            <a:r>
              <a:rPr lang="en-US" dirty="0"/>
              <a:t>• Preprocess data</a:t>
            </a:r>
          </a:p>
          <a:p>
            <a:pPr marL="0" indent="0">
              <a:buNone/>
            </a:pPr>
            <a:r>
              <a:rPr lang="en-US" dirty="0"/>
              <a:t>• Train Gradient Boosting model</a:t>
            </a:r>
          </a:p>
          <a:p>
            <a:pPr marL="0" indent="0">
              <a:buNone/>
            </a:pPr>
            <a:r>
              <a:rPr lang="en-US" dirty="0"/>
              <a:t>• Evaluate performance</a:t>
            </a:r>
          </a:p>
          <a:p>
            <a:pPr marL="0" indent="0">
              <a:buNone/>
            </a:pPr>
            <a:r>
              <a:rPr lang="en-US" dirty="0"/>
              <a:t>• Show feature importance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https://mediaspace.minnstate.edu/media/Stroke+Prediction+Using+Machine+Learning+Demo/1_vrmp4tqz</a:t>
            </a:r>
          </a:p>
        </p:txBody>
      </p:sp>
    </p:spTree>
    <p:extLst>
      <p:ext uri="{BB962C8B-B14F-4D97-AF65-F5344CB8AC3E}">
        <p14:creationId xmlns:p14="http://schemas.microsoft.com/office/powerpoint/2010/main" val="3721415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Chakraborty, Pritam, et al. “Predicting Stroke Occurrences: A Stacked Machine Learning Approach with Feature Selection and Data Preprocessing.” BMC Bioinformatics, vol. 25, no. 329, 2024, https://bmcbioinformatics.biomedcentral.com/articles/10.1186/s12859-024-05866-8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Kokkotis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Charalampos, et al. “An Explainable Machine Learning Pipeline for Stroke.” Diagnostics, vol. 12, no. 10, 2022, https://www.mdpi.com/2075-4418/12/10/2392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Zhi,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Shenshen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et al. “An Exploration on the Machine-Learning-Based Stroke Prediction Model.” Frontiers in Neurology, vol. 15, 2024, https://www.frontiersin.org/articles/10.3389/fneur.2024.1372431/full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576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267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Times New Roman</vt:lpstr>
      <vt:lpstr>Office Theme</vt:lpstr>
      <vt:lpstr>Stroke Prediction Using Machine Learning</vt:lpstr>
      <vt:lpstr>Research Questions</vt:lpstr>
      <vt:lpstr>Results and Discussions</vt:lpstr>
      <vt:lpstr>A Demo </vt:lpstr>
      <vt:lpstr>References</vt:lpstr>
    </vt:vector>
  </TitlesOfParts>
  <Company>St. Cloud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project title</dc:title>
  <dc:creator>Maninder Singh</dc:creator>
  <cp:lastModifiedBy>Thomas Hoerger</cp:lastModifiedBy>
  <cp:revision>9</cp:revision>
  <dcterms:created xsi:type="dcterms:W3CDTF">2020-11-11T23:32:20Z</dcterms:created>
  <dcterms:modified xsi:type="dcterms:W3CDTF">2025-12-08T23:24:27Z</dcterms:modified>
</cp:coreProperties>
</file>